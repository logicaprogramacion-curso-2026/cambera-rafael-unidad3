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4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941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90E0EF">
              <a:alpha val="1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ACADÉMICO · SEMANAS 2–8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Evaluación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Automatizada CLI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de Respuesta Cerrada en Python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22860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554480" cy="822960"/>
          </a:xfrm>
          <a:prstGeom prst="roundRect">
            <a:avLst>
              <a:gd name="adj" fmla="val 11111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178040" y="349300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src/main.py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 el sistema?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111111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05840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 examen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selecciona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JSON desde el menú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109728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111111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182112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182112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33472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3472" y="3154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presenta cada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una por una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18304" y="109728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111111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5358384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358384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9744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09744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automática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9744" y="3154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respuestas 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puntaje total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94576" y="1097280"/>
            <a:ext cx="1920240" cy="329184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blurRad="101600" dist="38100" dir="2700000" algn="bl" rotWithShape="0">
              <a:srgbClr val="111111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534656" y="123444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534656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86016" y="1965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86016" y="2606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86016" y="315468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por qué cada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era incorrecta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por Capas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5156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371600" y="105156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371600" y="105156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0" y="1124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· Preguntas · Resultados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menu.py · presentador.py · resultados.py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1B2A3B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00E5A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1371600" y="22860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359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· Normaliza · Calcula puntaje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corrector.py · normalizador.py · puntaje.py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352044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1371600" y="3520440"/>
            <a:ext cx="1188720" cy="1005840"/>
          </a:xfrm>
          <a:prstGeom prst="roundRect">
            <a:avLst>
              <a:gd name="adj" fmla="val 9091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1371600" y="352044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5935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74320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y valida el 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cargador.py · validador.py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34840" y="2057400"/>
            <a:ext cx="274320" cy="228600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434840" y="3291840"/>
            <a:ext cx="274320" cy="228600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320040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1E3A2F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200400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historia.json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Preguntas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0D1B2A"/>
          </a:solidFill>
          <a:ln/>
          <a:effectLst>
            <a:outerShdw blurRad="127000" dist="50800" dir="2700000" algn="bl" rotWithShape="0">
              <a:srgbClr val="111111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2286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Opción Múltiple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elige entre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opciones A, B, C o 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48640" y="290779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respuesta (A/B/C/D): 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296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cerrada 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0D1B2A"/>
          </a:solidFill>
          <a:ln/>
          <a:effectLst>
            <a:outerShdw blurRad="127000" dist="50800" dir="2700000" algn="bl" rotWithShape="0">
              <a:srgbClr val="111111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46120" y="105156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00E5A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246120" y="1554480"/>
            <a:ext cx="2651760" cy="228600"/>
          </a:xfrm>
          <a:prstGeom prst="rect">
            <a:avLst/>
          </a:prstGeom>
          <a:solidFill>
            <a:srgbClr val="00E5A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37560" y="1097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Verdadero / Falso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dos opciones posibles: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"verdadero" o "falso"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8803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429000" y="290779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respuesta: verdadero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3320" y="36576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00E5A0">
              <a:alpha val="15000"/>
            </a:srgbClr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70332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cerrada 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051560"/>
            <a:ext cx="2651760" cy="3657600"/>
          </a:xfrm>
          <a:prstGeom prst="roundRect">
            <a:avLst>
              <a:gd name="adj" fmla="val 5172"/>
            </a:avLst>
          </a:prstGeom>
          <a:solidFill>
            <a:srgbClr val="0D1B2A"/>
          </a:solidFill>
          <a:ln/>
          <a:effectLst>
            <a:outerShdw blurRad="127000" dist="50800" dir="2700000" algn="bl" rotWithShape="0">
              <a:srgbClr val="111111">
                <a:alpha val="7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6126480" y="1051560"/>
            <a:ext cx="2651760" cy="731520"/>
          </a:xfrm>
          <a:prstGeom prst="roundRect">
            <a:avLst>
              <a:gd name="adj" fmla="val 18750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126480" y="1554480"/>
            <a:ext cx="2651760" cy="2286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217920" y="1097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Emparejamiento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19202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 columna A con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23042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B por número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880360"/>
            <a:ext cx="2377440" cy="640080"/>
          </a:xfrm>
          <a:prstGeom prst="roundRect">
            <a:avLst>
              <a:gd name="adj" fmla="val 11429"/>
            </a:avLst>
          </a:prstGeom>
          <a:solidFill>
            <a:srgbClr val="0A1628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6309360" y="290779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respuesta: 1-B, 2-A, 3-C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3657600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6583680" y="3657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cerrada ✓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GitHub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sistema-evaluacion-cli/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9903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README.md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74650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docs/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9397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📝  entendimiento.md · planificacion.md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4144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📝  diseño.md · revision_diseño.md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src/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🐍  datos/  logica/  cli/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48386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🐍  main.py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3133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examenes/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788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📄  historia.json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pseudocodigo/  diagramas/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0" y="105156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48640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docs/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15819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Entendimiento, planificación,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revisión del diseño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242316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48640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src/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9535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Python dividido 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capas del sistema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79476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486400" y="3886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examenes/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432511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JSON con preguntas,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y retroalimentación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🏗️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170432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 en 3 capas independientes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Exámenes cargados desde archivos JSON reutilizables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85800" y="267004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670048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automática con normalización de texto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85800" y="341985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419856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inmediata por cada error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B2A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85800" y="416966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funcional y ejecutable desde la terminal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754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src/main.py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365</Words>
  <Application>Microsoft Office PowerPoint</Application>
  <PresentationFormat>Presentación en pantalla (16:9)</PresentationFormat>
  <Paragraphs>96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CAMBERA GARABAN RAFAEL</cp:lastModifiedBy>
  <cp:revision>3</cp:revision>
  <dcterms:created xsi:type="dcterms:W3CDTF">2026-08-20T02:02:03Z</dcterms:created>
  <dcterms:modified xsi:type="dcterms:W3CDTF">2026-08-20T12:20:03Z</dcterms:modified>
</cp:coreProperties>
</file>