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90E0E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ACADÉMICO · SEMANAS 2–6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Evaluación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Automatizada CLI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de Respuesta Cerrada en Python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  ·  Integrante 2  ·  Integrante 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3493008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src/main.py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 el sistema?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111111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2344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examen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selecciona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JSON desde el menú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109728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111111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2344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33472" y="1965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33472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3472" y="3154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presenta cada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una por una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18304" y="109728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111111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58384" y="12344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358384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9744" y="1965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09744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automática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9744" y="3154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respuestas 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puntaje total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94576" y="109728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111111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34656" y="12344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7534656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86016" y="1965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86016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86016" y="3154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por qué cada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era incorrecta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por Capas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5156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05156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5156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11247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· Preguntas · Resultados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menu.py · presentador.py · resultados.py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228600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1B2A3B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00E5A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2860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3591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· Normaliza · Calcula puntaje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corrector.py · normalizador.py · puntaje.py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352044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52044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52044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5935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y valida el 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cargador.py · validador.py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4840" y="2057400"/>
            <a:ext cx="274320" cy="2286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22" name="Shape 20"/>
          <p:cNvSpPr/>
          <p:nvPr/>
        </p:nvSpPr>
        <p:spPr>
          <a:xfrm>
            <a:off x="4434840" y="3291840"/>
            <a:ext cx="274320" cy="2286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3A2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4617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historia.json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Preguntas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3657600"/>
          </a:xfrm>
          <a:prstGeom prst="roundRect">
            <a:avLst>
              <a:gd name="adj" fmla="val 517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50800" dir="2700000">
              <a:srgbClr val="111111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554480"/>
            <a:ext cx="2651760" cy="228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Opción Múltiple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elige entre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opciones A, B, C o 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0779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respuesta (A/B/C/D): 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cerrada 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3657600"/>
          </a:xfrm>
          <a:prstGeom prst="roundRect">
            <a:avLst>
              <a:gd name="adj" fmla="val 517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50800" dir="2700000">
              <a:srgbClr val="111111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5156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00E5A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1554480"/>
            <a:ext cx="2651760" cy="2286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097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Verdadero / Falso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dos opciones posibles: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"verdadero" o "falso"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28803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90779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respuesta: verdadero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03320" y="36576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cerrada 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051560"/>
            <a:ext cx="2651760" cy="3657600"/>
          </a:xfrm>
          <a:prstGeom prst="roundRect">
            <a:avLst>
              <a:gd name="adj" fmla="val 517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50800" dir="2700000">
              <a:srgbClr val="111111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5156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FFD166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1554480"/>
            <a:ext cx="2651760" cy="228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097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Emparejamiento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 columna A con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B por número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28803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90779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respuesta: 1-B, 2-A, 3-C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36576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cerrada ✓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GitHub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sistema-evaluacion-cli/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990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README.md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74650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docs/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9397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📝  entendimiento.md · planificacion.md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📝  diseño.md · revision_diseño.md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src/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3639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🐍  datos/  logica/  cli/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🐍  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3133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examenes/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788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📄  historia.json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pseudocodigo/  diagramas/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05156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docs/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158191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Entendimiento, planificación,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revisión del diseño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242316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B2A3B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src/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95351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Python dividido 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capas del sistema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379476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3886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examenes/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432511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JSON con preguntas,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y retroalimentación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del Proyecto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691640"/>
            <a:ext cx="73152" cy="5029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097280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1704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1170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Arquitectura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11704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5544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Documentación · Diagramas · Pseudocódigo · JSON de ejemplo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2651760"/>
            <a:ext cx="73152" cy="5029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2057400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1305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130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1 y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21305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25146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cargador.py · corrector.py · normalizador.py · puntaje.py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3611880"/>
            <a:ext cx="73152" cy="5029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" y="3017520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30906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14600" y="3090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3 — CLI Funcional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30906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34747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menu.py · presentador.py · resultados.py · main.py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411480" cy="41148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3977640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40507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14600" y="40507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40507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Pendiente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34440" y="4434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Integración completa · Video demostración · Informe final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B2A3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704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1704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 en 3 capas independientes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20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Exámenes cargados desde archivos JSON reutilizables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B2A3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700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67004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automática con normalización de texto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B2A3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1985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419856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inmediata por cada error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B2A3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6966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169664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 y ejecutable desde la terminal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src/main.py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2026-08-20T02:02:03Z</dcterms:created>
  <dcterms:modified xsi:type="dcterms:W3CDTF">2026-08-20T02:02:03Z</dcterms:modified>
</cp:coreProperties>
</file>