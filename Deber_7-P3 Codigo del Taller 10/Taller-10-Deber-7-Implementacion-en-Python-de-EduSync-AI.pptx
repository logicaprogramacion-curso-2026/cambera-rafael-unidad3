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Cabin" panose="020B0604020202020204" charset="0"/>
      <p:regular r:id="rId8"/>
    </p:embeddedFon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Unbounde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0224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33313"/>
            <a:ext cx="4667845" cy="132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Taller 10 (Deber 7) - Implementación en Python de EduSync AI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977703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Codigo fuente de la automatización docente alineada a estándares internacionales de IA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2624733"/>
            <a:ext cx="2259137" cy="848246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73150" y="2774305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Asignatura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3150" y="3084016"/>
            <a:ext cx="19599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Lógica de Programación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932286" y="2624733"/>
            <a:ext cx="2259137" cy="848246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3081858" y="2774305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81858" y="3084016"/>
            <a:ext cx="19599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Rafael </a:t>
            </a:r>
            <a:r>
              <a:rPr lang="en-US" sz="11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Cambera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3577" y="3622551"/>
            <a:ext cx="2259137" cy="1087636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73150" y="3772123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Institución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73150" y="4081835"/>
            <a:ext cx="19599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Universidad Internacional del Ecuador (UIDE)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932286" y="3622551"/>
            <a:ext cx="2259137" cy="1087636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3081858" y="3772123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Período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081858" y="4081835"/>
            <a:ext cx="19599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Mayo - Agosto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644872"/>
            <a:ext cx="4667845" cy="1154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Del Pseudocódigo a la Programación Orientada a Objetos/Funcional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52577" y="1971452"/>
            <a:ext cx="4667845" cy="5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Objetivo: traducir la lógica algorítmica creada en PSeInt (Deber 6) a un programa Python 3 ejecutable, manteniendo claridad, modularidad y trazabilidad para su evaluación académica.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52577" y="2689175"/>
            <a:ext cx="2276624" cy="1809452"/>
          </a:xfrm>
          <a:prstGeom prst="roundRect">
            <a:avLst>
              <a:gd name="adj" fmla="val 1085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4097759" y="2834357"/>
            <a:ext cx="198626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Equivalencias clave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97759" y="3095551"/>
            <a:ext cx="1986260" cy="111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Bucle Repetir‑Hasta Que ➔ while not credenciales_validas:</a:t>
            </a:r>
            <a:endParaRPr lang="en-US" sz="1000" dirty="0"/>
          </a:p>
          <a:p>
            <a:pPr marL="0" indent="0"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Según‑Hacer ➔ if / elif / else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Subprocesos ➔ funciones modulares (def) / métodos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43724" y="2689175"/>
            <a:ext cx="2276698" cy="1809452"/>
          </a:xfrm>
          <a:prstGeom prst="roundRect">
            <a:avLst>
              <a:gd name="adj" fmla="val 1085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488906" y="2834357"/>
            <a:ext cx="198633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Principios de diseño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88906" y="3095551"/>
            <a:ext cx="1986335" cy="1257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Modularidad para facilitar pruebas unitarias y reutilización.</a:t>
            </a:r>
            <a:endParaRPr lang="en-US" sz="1000" dirty="0"/>
          </a:p>
          <a:p>
            <a:pPr marL="203200" indent="-203200" algn="l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Simular persistencia (ficheros / JSON) antes de BD real.</a:t>
            </a:r>
            <a:endParaRPr lang="en-US" sz="1000" dirty="0"/>
          </a:p>
          <a:p>
            <a:pPr marL="203200" indent="-203200" algn="l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Separar lógica de IA del I/O para transparencia en evaluación.</a:t>
            </a:r>
            <a:endParaRPr lang="en-US" sz="10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37886F3-0A78-3AA7-7179-09165EFCB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576" y="4643809"/>
            <a:ext cx="2143424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517327"/>
            <a:ext cx="3502447" cy="18580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7366" y="960388"/>
            <a:ext cx="4337745" cy="61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Estructura de Funciones Modulares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4287366" y="1652960"/>
            <a:ext cx="4337745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Organizar el código en funciones pequeñas y documentadas facilita la validación académica y la extensión posterior hacia microservicios o integración con un LMS.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77" y="2541761"/>
            <a:ext cx="430039" cy="5374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6038" y="2541761"/>
            <a:ext cx="1432396" cy="463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validar_credenciales(usuario, contrasena)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046038" y="3050009"/>
            <a:ext cx="1432396" cy="42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Control de acceso con reintentos limitados y registro de intentos fallidos.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0857" y="2541761"/>
            <a:ext cx="430039" cy="53749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093318" y="2541761"/>
            <a:ext cx="1432471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evaluar_estandar(nombre_estandar)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3093318" y="2895377"/>
            <a:ext cx="1432471" cy="42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Simula motor IA que analiza los 4 ejes internacionales y devuelve puntajes y etiquetas.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211" y="2541761"/>
            <a:ext cx="430039" cy="53749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140672" y="2541761"/>
            <a:ext cx="1432396" cy="463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generar_reporte_puntajes_y_recomendaciones()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5140672" y="3050009"/>
            <a:ext cx="1432396" cy="42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Compone retroalimentación pedagógica, reglas explicables y sugerencias de mejora.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491" y="2541761"/>
            <a:ext cx="430039" cy="53749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87952" y="2541761"/>
            <a:ext cx="1432471" cy="618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aplicar_mejoras_ia() / editar_manualmente()</a:t>
            </a:r>
            <a:endParaRPr lang="en-US" sz="950" dirty="0"/>
          </a:p>
        </p:txBody>
      </p:sp>
      <p:sp>
        <p:nvSpPr>
          <p:cNvPr id="16" name="Text 9"/>
          <p:cNvSpPr/>
          <p:nvPr/>
        </p:nvSpPr>
        <p:spPr>
          <a:xfrm>
            <a:off x="7187952" y="3204642"/>
            <a:ext cx="1432471" cy="42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Permite aceptar acciones sugeridas o editar resultados antes de guardar.</a:t>
            </a:r>
            <a:endParaRPr lang="en-US" sz="8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77" y="3782467"/>
            <a:ext cx="430039" cy="53749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46038" y="3782467"/>
            <a:ext cx="1432396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exportar_o_compartir()</a:t>
            </a:r>
            <a:endParaRPr lang="en-US" sz="950" dirty="0"/>
          </a:p>
        </p:txBody>
      </p:sp>
      <p:sp>
        <p:nvSpPr>
          <p:cNvPr id="19" name="Text 11"/>
          <p:cNvSpPr/>
          <p:nvPr/>
        </p:nvSpPr>
        <p:spPr>
          <a:xfrm>
            <a:off x="1046038" y="4136082"/>
            <a:ext cx="1432396" cy="573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Formatea salidas y simula exportación a PDF/Word o integración con repositorios académicos.</a:t>
            </a:r>
            <a:endParaRPr lang="en-US" sz="8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5874738E-7AD2-C3D6-045D-D9F53D2ADF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576" y="4676710"/>
            <a:ext cx="2143424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0291"/>
            <a:ext cx="8096845" cy="26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Ejecución del Flujo Principal (edusync_flujo.py)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23577" y="787003"/>
            <a:ext cx="8554045" cy="11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Descripción concisa del main: autenticación, selección de modo, procesamiento IA, revisión docente y exportación. Mantener el main como orquestador que llama a funciones puras para facilitar pruebas.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523577" y="959569"/>
            <a:ext cx="8096845" cy="3446562"/>
          </a:xfrm>
          <a:prstGeom prst="roundRect">
            <a:avLst>
              <a:gd name="adj" fmla="val 387"/>
            </a:avLst>
          </a:prstGeom>
          <a:solidFill>
            <a:srgbClr val="1E354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30138" y="1048345"/>
            <a:ext cx="7883723" cy="3269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Muestra simplificada de la lógica principal (formato didáctico)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Bucle de Autenticación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not credenciales_validas: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credenciales_validas = validar_credenciales(user, password)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Selección de modos y carga de datos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opcion = input("1. Crear  2. Analizar: ")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datos = input("Suba archivo o ingrese datos: ")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Procesamiento por IA (4 estándares)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evaluar_estandares_internacionales(datos)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reporte = generar_reporte_puntajes_y_recomendaciones()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4. Decisión del docente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aceptar_ia: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final = aplicar_mejoras_ia(datos, reporte)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final = editar_manualmente(datos)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5. Guardado y exportación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exportar_o_compartir(final)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523577" y="4465439"/>
            <a:ext cx="8096845" cy="257696"/>
          </a:xfrm>
          <a:prstGeom prst="roundRect">
            <a:avLst>
              <a:gd name="adj" fmla="val 5171"/>
            </a:avLst>
          </a:prstGeom>
          <a:solidFill>
            <a:srgbClr val="08786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53" y="4540300"/>
            <a:ext cx="111026" cy="88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2155" y="4540300"/>
            <a:ext cx="8176692" cy="11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Sugerencia: mantener funciones deterministas y separar efectos secundarios para facilitar tests y revisión académica.</a:t>
            </a:r>
            <a:endParaRPr lang="en-US" sz="65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1C03D17-5554-D67E-99B0-D77F18EE0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5382" y="4723135"/>
            <a:ext cx="1998617" cy="4352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9770"/>
            <a:ext cx="8096845" cy="323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Buenas prácticas, riesgos y próximos pasos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23577" y="1755577"/>
            <a:ext cx="247204" cy="247204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69640" y="1782254"/>
            <a:ext cx="1550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1446" y="1793304"/>
            <a:ext cx="3586535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Pruebas y validación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1446" y="2035522"/>
            <a:ext cx="3586535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Escribir pruebas unitarias para cada función y pruebas de integración para el flujo completo.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23577" y="2501503"/>
            <a:ext cx="247204" cy="247204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69640" y="2528181"/>
            <a:ext cx="1550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1446" y="2539231"/>
            <a:ext cx="3586535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Transparencia de la 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1446" y="2781449"/>
            <a:ext cx="3586535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Registrar decisiones, explicar puntajes y mantener trazabilidad de versiones del modelo simulado.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3577" y="3247430"/>
            <a:ext cx="247204" cy="247204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69640" y="3274107"/>
            <a:ext cx="1550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1446" y="3285158"/>
            <a:ext cx="3586535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Seguridad y privacidad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1446" y="3527375"/>
            <a:ext cx="3586535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Enmascarar datos sensibles, aplicar almacenamiento seguro (simulaciones con JSON cifrado) y cumplir normativas educativas.</a:t>
            </a:r>
            <a:endParaRPr lang="en-US" sz="8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782" y="954584"/>
            <a:ext cx="3914403" cy="223673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710782" y="3282032"/>
            <a:ext cx="3914403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Roadmap sugerido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10782" y="3524250"/>
            <a:ext cx="3914403" cy="513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6000"/>
              </a:lnSpc>
              <a:buSzPct val="100000"/>
              <a:buFont typeface="+mj-lt"/>
              <a:buAutoNum type="arabicPeriod"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Completar implementación básica y casos de prueba (Sprint 1)</a:t>
            </a:r>
            <a:endParaRPr lang="en-US" sz="850" dirty="0"/>
          </a:p>
          <a:p>
            <a:pPr marL="172720" indent="-172720" algn="l">
              <a:lnSpc>
                <a:spcPct val="116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Simular base de datos y exportación (Sprint 2)</a:t>
            </a:r>
            <a:endParaRPr lang="en-US" sz="850" dirty="0"/>
          </a:p>
          <a:p>
            <a:pPr marL="172720" indent="-172720" algn="l">
              <a:lnSpc>
                <a:spcPct val="1160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Integración con LMS y validación por docentes (Sprint 3)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710782" y="4128343"/>
            <a:ext cx="3914403" cy="504676"/>
          </a:xfrm>
          <a:prstGeom prst="roundRect">
            <a:avLst>
              <a:gd name="adj" fmla="val 3266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617" y="4249862"/>
            <a:ext cx="137294" cy="10983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67746" y="4228356"/>
            <a:ext cx="3447604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Próximo entregable: código bien documentado, ejemplos de entrada/salida y un README con instrucciones de ejecución en Python 3.</a:t>
            </a:r>
            <a:endParaRPr lang="en-US" sz="85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962C491C-03C4-C25A-922C-8DDC081FB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8308" y="4723729"/>
            <a:ext cx="1735692" cy="3779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643</Words>
  <Application>Microsoft Office PowerPoint</Application>
  <PresentationFormat>Presentación en pantalla (16:9)</PresentationFormat>
  <Paragraphs>78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Cabin</vt:lpstr>
      <vt:lpstr>Arial</vt:lpstr>
      <vt:lpstr>Unbounded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CAMBERA GARABAN RAFAEL</dc:creator>
  <cp:lastModifiedBy>CAMBERA GARABAN RAFAEL</cp:lastModifiedBy>
  <cp:revision>2</cp:revision>
  <dcterms:created xsi:type="dcterms:W3CDTF">2026-08-11T17:44:36Z</dcterms:created>
  <dcterms:modified xsi:type="dcterms:W3CDTF">2026-08-11T17:45:53Z</dcterms:modified>
</cp:coreProperties>
</file>